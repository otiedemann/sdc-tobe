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96F3"/>
          </a:solidFill>
          <a:ln/>
        </p:spPr>
      </p:sp>
      <p:pic>
        <p:nvPicPr>
          <p:cNvPr id="3" name="Image 0" descr="/Users/tiedemann/GitHub/sdc-tobe/1_Doc/team_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71800" y="365760"/>
            <a:ext cx="32004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BE DEFINED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DRONE CHALLENGE 2026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MBDA &amp; BrigkAir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THE TEAM</a:t>
            </a:r>
            <a:endParaRPr lang="en-US" sz="2800" dirty="0"/>
          </a:p>
        </p:txBody>
      </p:sp>
      <p:pic>
        <p:nvPicPr>
          <p:cNvPr id="4" name="Image 0" descr="/Users/tiedemann/GitHub/sdc-tobe/1_Doc/team_pho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438912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868680"/>
            <a:ext cx="4389120" cy="3291840"/>
          </a:xfrm>
          <a:prstGeom prst="rect">
            <a:avLst/>
          </a:prstGeom>
          <a:noFill/>
          <a:ln w="19050">
            <a:solidFill>
              <a:srgbClr val="2196F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74920" y="868680"/>
            <a:ext cx="3749040" cy="566928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7" name="Shape 4"/>
          <p:cNvSpPr/>
          <p:nvPr/>
        </p:nvSpPr>
        <p:spPr>
          <a:xfrm>
            <a:off x="5074920" y="868680"/>
            <a:ext cx="54864" cy="56692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8" name="Text 5"/>
          <p:cNvSpPr/>
          <p:nvPr/>
        </p:nvSpPr>
        <p:spPr>
          <a:xfrm>
            <a:off x="5257800" y="868680"/>
            <a:ext cx="34747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Supertyp René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57800" y="1152144"/>
            <a:ext cx="3474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Engineer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74920" y="1527048"/>
            <a:ext cx="3749040" cy="566928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11" name="Shape 8"/>
          <p:cNvSpPr/>
          <p:nvPr/>
        </p:nvSpPr>
        <p:spPr>
          <a:xfrm>
            <a:off x="5074920" y="1527048"/>
            <a:ext cx="54864" cy="56692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1527048"/>
            <a:ext cx="34747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Bruchpilot Thomas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57800" y="1810512"/>
            <a:ext cx="3474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74920" y="2185416"/>
            <a:ext cx="3749040" cy="566928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15" name="Shape 12"/>
          <p:cNvSpPr/>
          <p:nvPr/>
        </p:nvSpPr>
        <p:spPr>
          <a:xfrm>
            <a:off x="5074920" y="2185416"/>
            <a:ext cx="54864" cy="56692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6" name="Text 13"/>
          <p:cNvSpPr/>
          <p:nvPr/>
        </p:nvSpPr>
        <p:spPr>
          <a:xfrm>
            <a:off x="5257800" y="2185416"/>
            <a:ext cx="34747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Whisperer Sascha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257800" y="2468880"/>
            <a:ext cx="3474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Expert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74920" y="2843784"/>
            <a:ext cx="3749040" cy="566928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19" name="Shape 16"/>
          <p:cNvSpPr/>
          <p:nvPr/>
        </p:nvSpPr>
        <p:spPr>
          <a:xfrm>
            <a:off x="5074920" y="2843784"/>
            <a:ext cx="54864" cy="56692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0" name="Text 17"/>
          <p:cNvSpPr/>
          <p:nvPr/>
        </p:nvSpPr>
        <p:spPr>
          <a:xfrm>
            <a:off x="5257800" y="2843784"/>
            <a:ext cx="34747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Commander Olli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257800" y="3127248"/>
            <a:ext cx="3474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Enthusiast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74920" y="3502152"/>
            <a:ext cx="3749040" cy="566928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23" name="Shape 20"/>
          <p:cNvSpPr/>
          <p:nvPr/>
        </p:nvSpPr>
        <p:spPr>
          <a:xfrm>
            <a:off x="5074920" y="3502152"/>
            <a:ext cx="54864" cy="56692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4" name="Text 21"/>
          <p:cNvSpPr/>
          <p:nvPr/>
        </p:nvSpPr>
        <p:spPr>
          <a:xfrm>
            <a:off x="5257800" y="3502152"/>
            <a:ext cx="34747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Queen Vicki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257800" y="3785616"/>
            <a:ext cx="3474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Mgmt &amp; Networking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74920" y="4297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experts. 1 swarm. Infinite possibilities.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 Be Defined  |  SDC26  |  MBDA &amp; BrigkAir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autonomy. Designed for scale.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2468880" cy="1417320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097280"/>
            <a:ext cx="2468880" cy="36576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B5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PARROT ANAFI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Competition-grade drone platform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Olympiad SDK + MJPEG video stream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468880" cy="1417320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097280"/>
            <a:ext cx="2468880" cy="36576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B5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stack in Python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Flask, OpenCV, NumPy, Ultralytics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097280"/>
            <a:ext cx="2468880" cy="1417320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14" name="Shape 12"/>
          <p:cNvSpPr/>
          <p:nvPr/>
        </p:nvSpPr>
        <p:spPr>
          <a:xfrm>
            <a:off x="6172200" y="1097280"/>
            <a:ext cx="2468880" cy="36576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B5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UNIFIED 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REST API per drone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Device-agnostic architecture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2788920"/>
            <a:ext cx="2468880" cy="1417320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788920"/>
            <a:ext cx="2468880" cy="36576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B5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FIRST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 drone detection (15 FPS)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ArUco marker positioning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788920"/>
            <a:ext cx="2468880" cy="1417320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22" name="Shape 20"/>
          <p:cNvSpPr/>
          <p:nvPr/>
        </p:nvSpPr>
        <p:spPr>
          <a:xfrm>
            <a:off x="3383280" y="2788920"/>
            <a:ext cx="2468880" cy="36576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B5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AI DEV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2044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as development partner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3,600+ lines generated &amp; verified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2788920"/>
            <a:ext cx="2468880" cy="1417320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26" name="Shape 24"/>
          <p:cNvSpPr/>
          <p:nvPr/>
        </p:nvSpPr>
        <p:spPr>
          <a:xfrm>
            <a:off x="6172200" y="2788920"/>
            <a:ext cx="2468880" cy="36576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B5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FLEET C2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command &amp; control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telemetry + mission FSM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 Be Defined  |  SDC26  |  MBDA &amp; BrigkAir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B5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x FLIGHT CONTROLLERS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560320" cy="502920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45720" cy="5029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Anafi #1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 5  |  Unified API  |  MJPEG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2560320" cy="502920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810512"/>
            <a:ext cx="45720" cy="5029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105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Anafi #2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 5  |  Unified API  |  MJPEG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86584"/>
            <a:ext cx="2560320" cy="502920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2386584"/>
            <a:ext cx="45720" cy="5029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86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Anafi #3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 5  |  Unified API  |  MJPEG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62656"/>
            <a:ext cx="2560320" cy="502920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962656"/>
            <a:ext cx="45720" cy="5029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6265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Anafi #4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 5  |  Unified API  |  MJPEG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38728"/>
            <a:ext cx="2560320" cy="502920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538728"/>
            <a:ext cx="45720" cy="5029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5387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Anafi #5</a:t>
            </a:r>
            <a:endParaRPr lang="en-US" sz="1100" dirty="0"/>
          </a:p>
          <a:p>
            <a:pPr indent="0" marL="0">
              <a:buNone/>
            </a:pPr>
            <a:r>
              <a:rPr lang="en-US" sz="8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 5  |  Unified API  |  MJPEG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08960" y="21031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063240" y="26974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0" y="868680"/>
            <a:ext cx="4937760" cy="3657600"/>
          </a:xfrm>
          <a:prstGeom prst="rect">
            <a:avLst/>
          </a:prstGeom>
          <a:solidFill>
            <a:srgbClr val="111E33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914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96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C2 SERVER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114800" y="1417320"/>
            <a:ext cx="2194560" cy="105156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4800" y="1417320"/>
            <a:ext cx="2194560" cy="32004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Web Controller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06240" y="1783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management, live telemetry,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+ autonomous control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92240" y="1417320"/>
            <a:ext cx="2194560" cy="105156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29" name="Shape 27"/>
          <p:cNvSpPr/>
          <p:nvPr/>
        </p:nvSpPr>
        <p:spPr>
          <a:xfrm>
            <a:off x="6492240" y="1417320"/>
            <a:ext cx="2194560" cy="32004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ArUco Positioning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1783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DICT_4X4_50 markers, 0.5m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controller + IMU damping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2651760"/>
            <a:ext cx="2194560" cy="105156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3" name="Shape 31"/>
          <p:cNvSpPr/>
          <p:nvPr/>
        </p:nvSpPr>
        <p:spPr>
          <a:xfrm>
            <a:off x="4114800" y="2651760"/>
            <a:ext cx="2194560" cy="32004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34" name="Text 32"/>
          <p:cNvSpPr/>
          <p:nvPr/>
        </p:nvSpPr>
        <p:spPr>
          <a:xfrm>
            <a:off x="4206240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Drone Detection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0624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 on ONNX, 15 FPS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83k image Seraphim dataset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92240" y="2651760"/>
            <a:ext cx="2194560" cy="105156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7" name="Shape 35"/>
          <p:cNvSpPr/>
          <p:nvPr/>
        </p:nvSpPr>
        <p:spPr>
          <a:xfrm>
            <a:off x="6492240" y="2651760"/>
            <a:ext cx="2194560" cy="32004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Orchestrator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83680" y="3017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missions, claim-based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avoidance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40480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 |  OpenCV  |  Python 3  |  Single API per drone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 Be Defined  |  SDC26  |  MBDA &amp; BrigkAir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COMMUNICATION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0" y="640080"/>
            <a:ext cx="3657600" cy="1188720"/>
          </a:xfrm>
          <a:prstGeom prst="rect">
            <a:avLst/>
          </a:prstGeom>
          <a:solidFill>
            <a:srgbClr val="0F2847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685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96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C2 Server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7520" y="960120"/>
            <a:ext cx="3108960" cy="0"/>
          </a:xfrm>
          <a:prstGeom prst="line">
            <a:avLst/>
          </a:prstGeom>
          <a:noFill/>
          <a:ln w="6350">
            <a:solidFill>
              <a:srgbClr val="8E99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987552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implementation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coordination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avoidance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/ Dashboard</a:t>
            </a:r>
            <a:endParaRPr lang="en-US" sz="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Killswitch / Start / Stop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920240"/>
            <a:ext cx="7315200" cy="1828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828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 Target coords (x,y,z)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914400" y="2148840"/>
            <a:ext cx="7315200" cy="0"/>
          </a:xfrm>
          <a:prstGeom prst="line">
            <a:avLst/>
          </a:prstGeom>
          <a:noFill/>
          <a:ln w="19050">
            <a:solidFill>
              <a:srgbClr val="FF6F0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74320" y="20574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UDP: Position (x,y,z) + Telemetry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343400" y="1783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5780" y="2377440"/>
            <a:ext cx="1508760" cy="1325880"/>
          </a:xfrm>
          <a:prstGeom prst="rect">
            <a:avLst/>
          </a:prstGeom>
          <a:solidFill>
            <a:srgbClr val="0D2818"/>
          </a:solidFill>
          <a:ln w="12700">
            <a:solidFill>
              <a:srgbClr val="4CAF5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25780" y="241401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Controller 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0644" y="2633472"/>
            <a:ext cx="1399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detection (Vision)</a:t>
            </a:r>
            <a:endParaRPr lang="en-US" sz="6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calculation</a:t>
            </a:r>
            <a:endParaRPr lang="en-US" sz="6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i="1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Latency-optimized</a:t>
            </a:r>
            <a:endParaRPr lang="en-US" sz="6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path control (x,y,z)</a:t>
            </a:r>
            <a:endParaRPr lang="en-US" sz="6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fusion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280160" y="2194560"/>
            <a:ext cx="0" cy="182880"/>
          </a:xfrm>
          <a:prstGeom prst="line">
            <a:avLst/>
          </a:prstGeom>
          <a:noFill/>
          <a:ln w="6350">
            <a:solidFill>
              <a:srgbClr val="8E99A4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171700" y="2377440"/>
            <a:ext cx="1508760" cy="1325880"/>
          </a:xfrm>
          <a:prstGeom prst="rect">
            <a:avLst/>
          </a:prstGeom>
          <a:solidFill>
            <a:srgbClr val="0D2818"/>
          </a:solidFill>
          <a:ln w="12700">
            <a:solidFill>
              <a:srgbClr val="4CAF5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171700" y="241401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Controller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26564" y="2633472"/>
            <a:ext cx="1399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detection (Vision)</a:t>
            </a:r>
            <a:endParaRPr lang="en-US" sz="6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calculation</a:t>
            </a:r>
            <a:endParaRPr lang="en-US" sz="6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i="1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Latency-optimized</a:t>
            </a:r>
            <a:endParaRPr lang="en-US" sz="6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path control (x,y,z)</a:t>
            </a:r>
            <a:endParaRPr lang="en-US" sz="6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fusion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926080" y="2194560"/>
            <a:ext cx="0" cy="182880"/>
          </a:xfrm>
          <a:prstGeom prst="line">
            <a:avLst/>
          </a:prstGeom>
          <a:noFill/>
          <a:ln w="6350">
            <a:solidFill>
              <a:srgbClr val="8E99A4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817620" y="2377440"/>
            <a:ext cx="1508760" cy="1325880"/>
          </a:xfrm>
          <a:prstGeom prst="rect">
            <a:avLst/>
          </a:prstGeom>
          <a:solidFill>
            <a:srgbClr val="0D2818"/>
          </a:solidFill>
          <a:ln w="12700">
            <a:solidFill>
              <a:srgbClr val="4CAF5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817620" y="241401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Controller 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72484" y="2633472"/>
            <a:ext cx="1399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detection (Vision)</a:t>
            </a:r>
            <a:endParaRPr lang="en-US" sz="6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calculation</a:t>
            </a:r>
            <a:endParaRPr lang="en-US" sz="6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i="1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Latency-optimized</a:t>
            </a:r>
            <a:endParaRPr lang="en-US" sz="6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path control (x,y,z)</a:t>
            </a:r>
            <a:endParaRPr lang="en-US" sz="6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fusion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572000" y="2194560"/>
            <a:ext cx="0" cy="182880"/>
          </a:xfrm>
          <a:prstGeom prst="line">
            <a:avLst/>
          </a:prstGeom>
          <a:noFill/>
          <a:ln w="6350">
            <a:solidFill>
              <a:srgbClr val="8E99A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463540" y="2377440"/>
            <a:ext cx="1508760" cy="1325880"/>
          </a:xfrm>
          <a:prstGeom prst="rect">
            <a:avLst/>
          </a:prstGeom>
          <a:solidFill>
            <a:srgbClr val="0D2818"/>
          </a:solidFill>
          <a:ln w="12700">
            <a:solidFill>
              <a:srgbClr val="4CAF5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463540" y="241401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Controller 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18404" y="2633472"/>
            <a:ext cx="1399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detection (Vision)</a:t>
            </a:r>
            <a:endParaRPr lang="en-US" sz="6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calculation</a:t>
            </a:r>
            <a:endParaRPr lang="en-US" sz="6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i="1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Latency-optimized</a:t>
            </a:r>
            <a:endParaRPr lang="en-US" sz="6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path control (x,y,z)</a:t>
            </a:r>
            <a:endParaRPr lang="en-US" sz="6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fusion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6217920" y="2194560"/>
            <a:ext cx="0" cy="182880"/>
          </a:xfrm>
          <a:prstGeom prst="line">
            <a:avLst/>
          </a:prstGeom>
          <a:noFill/>
          <a:ln w="6350">
            <a:solidFill>
              <a:srgbClr val="8E99A4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109460" y="2377440"/>
            <a:ext cx="1508760" cy="1325880"/>
          </a:xfrm>
          <a:prstGeom prst="rect">
            <a:avLst/>
          </a:prstGeom>
          <a:solidFill>
            <a:srgbClr val="0D2818"/>
          </a:solidFill>
          <a:ln w="12700">
            <a:solidFill>
              <a:srgbClr val="4CAF5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109460" y="241401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Controller 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164324" y="2633472"/>
            <a:ext cx="1399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detection (Vision)</a:t>
            </a:r>
            <a:endParaRPr lang="en-US" sz="6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calculation</a:t>
            </a:r>
            <a:endParaRPr lang="en-US" sz="6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i="1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Latency-optimized</a:t>
            </a:r>
            <a:endParaRPr lang="en-US" sz="6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path control (x,y,z)</a:t>
            </a:r>
            <a:endParaRPr lang="en-US" sz="6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65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fusion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7863840" y="2194560"/>
            <a:ext cx="0" cy="182880"/>
          </a:xfrm>
          <a:prstGeom prst="line">
            <a:avLst/>
          </a:prstGeom>
          <a:noFill/>
          <a:ln w="6350">
            <a:solidFill>
              <a:srgbClr val="8E99A4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143000" y="37307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" y="3886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stream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788920" y="37307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23160" y="3886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stream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434840" y="37307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69080" y="3886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stream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080760" y="37307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15000" y="3886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stream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726680" y="37307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60920" y="3886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7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stream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74320" y="4251960"/>
            <a:ext cx="2926080" cy="777240"/>
          </a:xfrm>
          <a:prstGeom prst="rect">
            <a:avLst/>
          </a:prstGeom>
          <a:solidFill>
            <a:srgbClr val="111E33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279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65760" y="4453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 Commands (target coordinates x,y,z)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UDP: Position (x,y,z) + Telemetry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WiFi: Control + Telemetry + Video stream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connection: FC ↔ C2 (HTTP + UDP)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657600" y="4251960"/>
            <a:ext cx="5212080" cy="777240"/>
          </a:xfrm>
          <a:prstGeom prst="rect">
            <a:avLst/>
          </a:prstGeom>
          <a:solidFill>
            <a:srgbClr val="111E33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94760" y="427939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requirement: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794760" y="4480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position detection at minimal latency (marker tracking, telemetry).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Where is the drone in X ms?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 Be Defined  |  SDC26  |  MBDA &amp; BrigkAir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51560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640080" cy="10515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0058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Device-Agnostic Architecture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REST API abstracts all drone hardware. Switch platforms without touching the intelligence layer. Today Parrot Anafi — tomorrow any UAV.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1051560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48840"/>
            <a:ext cx="640080" cy="10515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4884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2402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Development with Agentic AI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56032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writes, reviews, and iterates our codebase alongside the team. 3,600+ lines of production code generated, tested, and integrated in days, not weeks.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1051560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383280"/>
            <a:ext cx="640080" cy="10515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83280"/>
            <a:ext cx="640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4747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Swarm Coordination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79476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C2 with per-drone autonomy. FSM-based missions, shared claim maps for collision avoidance, and real-time ArUco + YOLO perception — the swarm thinks as one.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don't just fly drones. We build a thinking swarm."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11E3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 Be Defined  |  SDC26  |  MBDA &amp; BrigkAir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SDC26 — Team To Be Defined</dc:title>
  <dc:subject>PptxGenJS Presentation</dc:subject>
  <dc:creator>Team To Be Defined</dc:creator>
  <cp:lastModifiedBy>Team To Be Defined</cp:lastModifiedBy>
  <cp:revision>1</cp:revision>
  <dcterms:created xsi:type="dcterms:W3CDTF">2026-04-17T09:02:39Z</dcterms:created>
  <dcterms:modified xsi:type="dcterms:W3CDTF">2026-04-17T09:02:39Z</dcterms:modified>
</cp:coreProperties>
</file>