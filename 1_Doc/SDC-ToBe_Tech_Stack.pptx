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377440"/>
            <a:ext cx="1828800" cy="508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SDC-ToBe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Calibri"/>
              </a:defRPr>
            </a:pPr>
            <a:r>
              <a:t>Swarm Drone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Technical Architecture &amp; Stack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Multi-drone swarm control platform with real-time ArUco positioning,</a:t>
            </a:r>
            <a:br/>
            <a:r>
              <a:t>autonomous navigation, and competitive game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1051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7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3"/>
                </a:solidFill>
                <a:latin typeface="Calibri"/>
              </a:defRPr>
            </a:pPr>
            <a:r>
              <a:t>C2 Strategy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7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Game AI, phase management, scoring</a:t>
            </a:r>
            <a:br/>
            <a:r>
              <a:t>FastAPI + WebSocket (port 9090)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6858000" cy="1051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0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C2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07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Web UI, grid map, mission control</a:t>
            </a:r>
            <a:br/>
            <a:r>
              <a:t>FastAPI + WebSocket (port 8080)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6858000" cy="1051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4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Unified API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42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REST API, RC control, video, telemetry</a:t>
            </a:r>
            <a:br/>
            <a:r>
              <a:t>Flask on Raspberry Pi (port 8080)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6858000" cy="1051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76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76F"/>
                </a:solidFill>
                <a:latin typeface="Calibri"/>
              </a:defRPr>
            </a:pPr>
            <a:r>
              <a:t>Drone Hardware /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176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DJI Tello | Parrot Anafi | Sim</a:t>
            </a:r>
            <a:br/>
            <a:r>
              <a:t>WiFi 2.4GHz, Olympe/djitellopy SDK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74720" cy="49377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CAE4"/>
                </a:solidFill>
                <a:latin typeface="Calibri"/>
              </a:defRPr>
            </a:pPr>
            <a:r>
              <a:t>ArUco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25 wall-mounted markers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OpenCV ArUco detection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solvePnP pose estimation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Kalman filter smoothing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20m x 10m arena grid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Markers at 2m + 4m height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18x18 cm marker size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8CAE4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SSE + UDP position relay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WiFi 2.4GHz  |  HTTP REST  |  WebSocket  |  SSE  |  UDP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Python 3.11+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FastAPI + Uvicorn (C2)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Flask (Pi controllers)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Pydantic data models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Threading / async-await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Vision &amp;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OpenCV 4.13 (ArUco)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Camera calibration (NPZ)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solvePnP 3D localization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Kalman filter (1D/3D)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Power-law distance calib.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3"/>
                </a:solidFill>
                <a:latin typeface="Calibri"/>
              </a:defRPr>
            </a:pPr>
            <a:r>
              <a:t>Drone SDKs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djitellopy 2.5 (Tello)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Parrot Olympe (Anafi)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Auto-detect by IP addr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ARM-safe conditional import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Gimbal + GPS (Anafi)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Frontend &amp; Comms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EF476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Vanilla JS + CSS Grid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EF476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WebSocket (real-time)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EF476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SSE telemetry streams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EF476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MJPEG video streaming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EF476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UDP position relay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Supported Drones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DJI Tello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SDK: djitellopy 2.5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Control: UDP socket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Default IP: 192.168.10.1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Video: 960x720 MJPEG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Telemetry: battery, height, IMU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Multi-drone: per-WiFi-stick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39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Calibri"/>
              </a:defRPr>
            </a:pPr>
            <a:r>
              <a:t>Parrot Anafi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SDK: Parrot Olympe (x86 only)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Control: Olympe PCMD + moveBy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Default IP: 192.168.42.1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Video: 1280x720 (up to 4K)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Sensors: GPS, gimbal, barometer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6D6A0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Features: RTH, geofence, flight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8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8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03"/>
                </a:solidFill>
                <a:latin typeface="Calibri"/>
              </a:defRPr>
            </a:pPr>
            <a:r>
              <a:t>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8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4 variants (2D, 3D, API, C2)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Drop-in API replacement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Physics: velocity model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3D web viewer (Three.js)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Configurable arena &amp; targets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FFB703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No hardware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Unified API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Single REST endpoint auto-detects drone type (Tello vs Anafi) by IP address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/api/takeoff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Take off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/api/land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Land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/api/rc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Raw RC control (lr, fb, ud, yaw: -100..100)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/api/move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Discrete move (direction + cm)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/api/telemetry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Full telemetry snapshot (JSON)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/api/telemetry/stream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SSE telemetry stream (~2.5 Hz)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/api/video/start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Start MJPEG video stream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/api/video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MJPEG stream output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/api/position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Current ArUco position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/api/position/events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SSE position updates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/api/position/video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MJPEG with ArUco overlay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/api/settings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GET/POST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Flight limits (persisted to JSON)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/api/heartbeat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Watchdog keepalive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ArUco Positioning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1.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OpenCV detects</a:t>
            </a:r>
            <a:br/>
            <a:r>
              <a:t>ArUco 4x4 markers</a:t>
            </a:r>
            <a:br/>
            <a:r>
              <a:t>in each video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2. Pose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solvePnP computes</a:t>
            </a:r>
            <a:br/>
            <a:r>
              <a:t>3D camera position</a:t>
            </a:r>
            <a:br/>
            <a:r>
              <a:t>from marker corners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3. Kalman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Smooths noisy</a:t>
            </a:r>
            <a:br/>
            <a:r>
              <a:t>measurements for</a:t>
            </a:r>
            <a:br/>
            <a:r>
              <a:t>stable positioning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4. 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SSE + UDP streams</a:t>
            </a:r>
            <a:br/>
            <a:r>
              <a:t>position to C2</a:t>
            </a:r>
            <a:br/>
            <a:r>
              <a:t>at ~2.5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Arena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20m wide x 10m deep arena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25 markers (ID 0-24) on 4 walls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Front, Back, Left, Right walls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Each marker at 2m or 4m height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Physical marker size: 18x18 cm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ArUco dictionary: 4x4_100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3"/>
                </a:solidFill>
                <a:latin typeface="Calibri"/>
              </a:defRPr>
            </a:pPr>
            <a:r>
              <a:t>Distance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Power-law: dist = 109.17 * px^(-0.897)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Empirical fit from measured 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55px = 3.0m, 85px = 2.0m, 180px = 1.0m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Camera intrinsics via calibration.npz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Client-side ArUco (VideoMarkerTracker)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Perspective skew for angle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Autonomous Tool: ArUco Seek &amp;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TAKEOFF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Climb to</a:t>
            </a:r>
            <a:br/>
            <a:r>
              <a:t>target altitude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39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79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SETTLE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Stabilize</a:t>
            </a:r>
            <a:br/>
            <a:r>
              <a:t>(3 seconds)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58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8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D6A0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8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Rotate 360°</a:t>
            </a:r>
            <a:br/>
            <a:r>
              <a:t>find markers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77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17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703"/>
                </a:solidFill>
                <a:latin typeface="Calibri"/>
              </a:defRPr>
            </a:pPr>
            <a:r>
              <a:t>ALIGN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17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Yaw to face</a:t>
            </a:r>
            <a:br/>
            <a:r>
              <a:t>marker dead-on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396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36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703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6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Fly forward</a:t>
            </a:r>
            <a:br/>
            <a:r>
              <a:t>to target dist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15" y="13716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5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76F"/>
                </a:solidFill>
                <a:latin typeface="Calibri"/>
              </a:defRPr>
            </a:pPr>
            <a:r>
              <a:t>HOVER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5" y="19202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Hold position</a:t>
            </a:r>
            <a:br/>
            <a:r>
              <a:t>1.5m from marker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Visual Servoing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Pure image-based control (no world coordinates)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Marker center in image -&gt; yaw + altitude correction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Pixel size -&gt; distance estimate (calibration curve)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Perspective skew -&gt; lateral strafe correction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Edge-boost: 3x gain when marker nears frame edge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P-controllers: yaw P=40, alt P=45, dist P=8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Works with ANY room setup (no arena config needed)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91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Safety &amp;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40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Ctrl+C: abort and land immediately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Watchdog heartbeat every 400ms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Auto-land on 120s timeout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Auto-land if marker lost for 8s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--marker &lt;ID&gt;: target specific marker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--hover-distance: set standoff distance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6D6A0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--record: save debug video (MJPEG)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Command &amp; Control Interfaces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C2 Interface (Team 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FastAPI + WebSocket (port 8080)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20m x 10m arena grid (200 cells)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Zone system: Red | Neutral | Blue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Click-to-navigate: select drone, click cell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Per-drone MJPEG video panels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Mission flow: navigate -&gt; search -&gt; hover -&gt; return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Modes: live (real drones), simulator, sim_api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Multi-WiFi isolation for 2-5 real Tellos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Target designation (up to 6 per team)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3"/>
                </a:solidFill>
                <a:latin typeface="Calibri"/>
              </a:defRPr>
            </a:pPr>
            <a:r>
              <a:t>C2 Strategy (Game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FastAPI + WebSocket (port 9090)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Rule-based strategy engine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Game phases: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  SETUP -&gt; SCOUTING -&gt; ATTACK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  -&gt; TEAM_RETURN -&gt; DEFEND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  -&gt; INSTANT_WIN -&gt; GAME_OVER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Drone roles: Scout, Attacker,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  Defender, Returner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Live ArUco position via UDP relay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B703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Scoring logic + win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Simulation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2D Swarm 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sim_swarm/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Lightweight (no ext. deps)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Scenario-based testing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baseline, degraded_link, dropout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Metrics: time, collisions, battery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Timeline replay in web viewer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716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D6A0"/>
                </a:solidFill>
                <a:latin typeface="Calibri"/>
              </a:defRPr>
            </a:pPr>
            <a:r>
              <a:t>3D API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sim_swarm_API/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6D6A0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Full HTTP + WebSocket API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6D6A0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Three.js 3D web visualization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6D6A0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Drop-in for unified API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6D6A0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Swarm mission logic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06D6A0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ArUco marker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B703"/>
                </a:solidFill>
                <a:latin typeface="Calibri"/>
              </a:defRPr>
            </a:pPr>
            <a:r>
              <a:t>HTTP/UDP Drone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drone-sim/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FB703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Minimal physics model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FB703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Tello-compatible HTTP API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FB703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UDP JSON telemetry output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FB703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Single-file (14KB)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FB703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Configurable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3716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76F"/>
                </a:solidFill>
                <a:latin typeface="Calibri"/>
              </a:defRPr>
            </a:pPr>
            <a:r>
              <a:t>C2-Integrated 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sim_swarm_c2/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860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76F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Full game simulation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76F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Strategy engine overlay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76F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Multi-drone coordination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76F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Phase + role testing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76F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Scoring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Communication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371600"/>
                <a:gridCol w="2560320"/>
                <a:gridCol w="40233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Drone Control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HTTP REST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C2 -&gt; Pi -&gt; Drone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Takeoff, land, move, RC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Telemetry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SSE (HTTP)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~2.5 Hz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Drone -&gt; Pi -&gt; C2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Battery, height, yaw, status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Video Feed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MJPEG (HTTP)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15-30 FPS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Drone -&gt; Pi -&gt; Client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Live camera stream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ArUco Position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SSE + UDP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~2.5 Hz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Pi -&gt; C2 / Tools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x, y, z, velocity, markers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C2 Dashboard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WebSocket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Bidirectional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State updates, commands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RC Commands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HTTP POST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 Hz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Tool -&gt; Pi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lr, fb, ud, yaw (-100..100)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Heartbeat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HTTP 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2.5 Hz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Tool -&gt; Pi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Watchdog keepalive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Video Record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Server-side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Frame rate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Pi local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MP4 with ArUco overlay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~67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Python</a:t>
            </a:r>
            <a:br/>
            <a:r>
              <a:t>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Major</a:t>
            </a:r>
            <a:br/>
            <a:r>
              <a:t>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B70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Drone</a:t>
            </a:r>
            <a:br/>
            <a:r>
              <a:t>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76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Simulator</a:t>
            </a:r>
            <a:br/>
            <a:r>
              <a:t>Variants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8CAE4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ArUco</a:t>
            </a:r>
            <a:br/>
            <a:r>
              <a:t>Markers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8404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46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8404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B703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846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Arena Grid</a:t>
            </a:r>
            <a:br/>
            <a:r>
              <a:t>Cells (1m²)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38404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76F"/>
                </a:solidFill>
                <a:latin typeface="Calibri"/>
              </a:defRPr>
            </a:pPr>
            <a:r>
              <a:t>18cm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846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Marker</a:t>
            </a:r>
            <a:br/>
            <a:r>
              <a:t>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371600" cy="381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9319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Directory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Tech</a:t>
                      </a:r>
                    </a:p>
                  </a:txBody>
                  <a:tcPr>
                    <a:solidFill>
                      <a:srgbClr val="0076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controller_unified/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Unified Pi API server (Tello + Anafi)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Flask, OpenCV, Olympe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c2_interface/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Web-based team C2 (grid map, missions)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FastAPI, WebSocket, JS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c2_strategy/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Strategic game AI + scoring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FastAPI, state machine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aruco-position/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ArUco detection + 3D localization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OpenCV, solvePnP, Kalman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tools/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Autonomous drone tools (aruco_seek)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Visual servoing, P-control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sim_swarm/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Lightweight 2D swarm simulation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Pure Python, scenarios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sim_swarm_API/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Full 3D simulator + web viewer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FastAPI, Three.js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drone-sim/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Minimal HTTP/UDP drone simulator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Flask, physics model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sim_swarm_c2/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C2-integrated game simulation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Strategy + sim combined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1_Doc/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Documentation, specs, calibration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PDF, DOCX, XLSX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